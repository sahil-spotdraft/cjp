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strong: introduce Team CJP and the one-liner. Moonshot Feature Hub turns Slack feature asks into revenue-weighted product decisions. Members: Chidananda, Sahil, Akhand, Roy.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Paint the pain: Slack is where customers ask, but Product and Leadership cannot see consolidated, ARR-weighted demand. Same feature from five accounts looks like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leadership judges: the cost is misallocated roadmap, slower delivery, and renewal risk. End on the tagline — demand without ARR is noise; ARR without demand is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USP once, slowly. Emphasize closed loop — capture through retention — not a disconnected intake 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two-lane model: CS owns workspace asks and ARR consolidation; PM owns Slack triage and roadmap. They meet at the canonical Feature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seven pillars quickly — Capture, Triage, Consolidate, Promote, Prioritize, Plan, Retain. This is the full product surface judges should remember.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off to live demo here. Follow this exact path. Have a 60-second screen capture ready as wifi insurance.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Feasibility slide for judges: this is a working hub across twelve surfaces. Stack is production-shaped — Next.js, Postgres, Slack, OpenAI classifier.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Leadership language: source of truth, prize score, gap board, retention radar. Close with: ship the features that protect and grow ARR.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clearly: adopt Moonshot as the OS for feature demand. Name next steps briefly, land the vision line, then open for questions as Team CJP.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for technical Q&amp;A: Slack → ingest → classifier → signal → triage APIs → canonical feature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data model: Org, Signal, ProductRequest, Consolidation, FeatureRequest, RoadmapItem, Suggestion, RetentionAlert.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965960"/>
            <a:ext cx="14630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0B981"/>
                </a:solidFill>
                <a:latin typeface="Calibri"/>
              </a:rPr>
              <a:t>TEAM CJP  ·  HACKATHON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Moonshot Feature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54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94A3B8"/>
                </a:solidFill>
                <a:latin typeface="Calibri"/>
              </a:rPr>
              <a:t>Turn every Slack feature ask into revenue-weighted product truth.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029200"/>
            <a:ext cx="1874519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Chidananda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029200"/>
            <a:ext cx="73152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88919" y="5029200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Sahil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19" y="5029200"/>
            <a:ext cx="73152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17719" y="502920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Akhand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19" y="5029200"/>
            <a:ext cx="73152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39" y="50292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Roy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39" y="5029200"/>
            <a:ext cx="73152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760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Internal leadership &amp; hackathon judges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10972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94A3B8"/>
                </a:solidFill>
                <a:latin typeface="Calibri"/>
              </a:rPr>
              <a:t>Customer demand is trapped where Product cannot see it — and Leadership cannot price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3317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0B981"/>
                </a:solidFill>
                <a:latin typeface="Calibri"/>
              </a:rPr>
              <a:t>Scattered 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88920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Calibri"/>
              </a:rPr>
              <a:t>Feature requests live in customer Slack threads — invisible to the backlog.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01168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3317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0B981"/>
                </a:solidFill>
                <a:latin typeface="Calibri"/>
              </a:rPr>
              <a:t>Tribal CS knowledge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788920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Calibri"/>
              </a:rPr>
              <a:t>CS remembers asks; PM systems stay disconnected from that reality.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2519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0B981"/>
                </a:solidFill>
                <a:latin typeface="Calibri"/>
              </a:rPr>
              <a:t>No ARR rollup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709160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Calibri"/>
              </a:rPr>
              <a:t>The same ask from 5 accounts looks like 5 tickets. Demand is never summed.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931920"/>
            <a:ext cx="5303520" cy="16916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42519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0B981"/>
                </a:solidFill>
                <a:latin typeface="Calibri"/>
              </a:rPr>
              <a:t>Leadership blind spot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709160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Calibri"/>
              </a:rPr>
              <a:t>What demand is unplanned — and how much revenue sits behind it?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10972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Cost of Inaction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520440" cy="29260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Wrong roadmap bets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383280"/>
            <a:ext cx="2971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Calibri"/>
              </a:rPr>
              <a:t>Blind spots steer engineering toward loud voices, not revenue.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737360"/>
            <a:ext cx="3520440" cy="29260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01168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743200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Slower ship cycles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383280"/>
            <a:ext cx="2971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Calibri"/>
              </a:rPr>
              <a:t>Duplicate and lost signals force re-discovery every quarter.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737360"/>
            <a:ext cx="3520440" cy="29260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01168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0B981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743200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Renewal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383280"/>
            <a:ext cx="2971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Calibri"/>
              </a:rPr>
              <a:t>Open critical asks + dark accounts compound into churn.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Demand without ARR is noise.  ARR without demand signal is risk.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10972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Our USP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AI captures Slack asks → CS consolidates by theme with ARR → PM gets a canonical, revenue-weighted backlog → Retention ties open asks to churn risk.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08960"/>
            <a:ext cx="10698480" cy="23774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383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0B981"/>
                </a:solidFill>
                <a:latin typeface="Calibri"/>
              </a:rPr>
              <a:t>Not another feedback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8862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Calibri"/>
              </a:rPr>
              <a:t>A closed loop from Slack → triage → consolidation → roadmap → renewal. Every whisper becomes a decision Product can defend with dollars.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10972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Solution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94A3B8"/>
                </a:solidFill>
                <a:latin typeface="Calibri"/>
              </a:rPr>
              <a:t>Two tracks that converge on one canonical backlog.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34747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574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0B981"/>
                </a:solidFill>
                <a:latin typeface="Calibri"/>
              </a:rPr>
              <a:t>CS / CLM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2E8F0"/>
                </a:solidFill>
                <a:latin typeface="Calibri"/>
              </a:rPr>
              <a:t>1. Product Requests (per workspace)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089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2E8F0"/>
                </a:solidFill>
                <a:latin typeface="Calibri"/>
              </a:rPr>
              <a:t>2. Consolidation themes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6118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2E8F0"/>
                </a:solidFill>
                <a:latin typeface="Calibri"/>
              </a:rPr>
              <a:t>3. Unique ARR rollup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148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2E8F0"/>
                </a:solidFill>
                <a:latin typeface="Calibri"/>
              </a:rPr>
              <a:t>4. Promote to PM backlog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5212080" cy="34747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0574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0B981"/>
                </a:solidFill>
                <a:latin typeface="Calibri"/>
              </a:rPr>
              <a:t>PM TRACK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6060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2E8F0"/>
                </a:solidFill>
                <a:latin typeface="Calibri"/>
              </a:rPr>
              <a:t>1. Slack Feature Signals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1089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2E8F0"/>
                </a:solidFill>
                <a:latin typeface="Calibri"/>
              </a:rPr>
              <a:t>2. Inbox triage (match / create)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6118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2E8F0"/>
                </a:solidFill>
                <a:latin typeface="Calibri"/>
              </a:rPr>
              <a:t>3. Canonical Feature 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1148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2E8F0"/>
                </a:solidFill>
                <a:latin typeface="Calibri"/>
              </a:rPr>
              <a:t>4. Roadmap themes &amp; quarters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94760" y="5623560"/>
            <a:ext cx="4572000" cy="411480"/>
          </a:xfrm>
          <a:prstGeom prst="roundRect">
            <a:avLst>
              <a:gd name="adj" fmla="val 50000"/>
            </a:avLst>
          </a:prstGeom>
          <a:solidFill>
            <a:srgbClr val="06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→  Canonical Feature Request  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10972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Major Flows — Full Product Coverage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029200" cy="10058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53619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517904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Capture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773936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Slack AI intake + CS manual requests + suggestions bell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5029200" cy="10058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267919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660904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Triage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916936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Match / Create / Dismiss with similarity ranking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66160"/>
            <a:ext cx="5029200" cy="10058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382219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803904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Consolidate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059936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Theme buckets, unique ARR rollup across workspaces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709160"/>
            <a:ext cx="5029200" cy="10058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96519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946904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Promote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5202936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Consolidation → PM backlog bridge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280160"/>
            <a:ext cx="5029200" cy="10058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83680" y="153619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1517904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Prioritize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1773936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Analytics: gap board, opportunity prize, revenue at risk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423160"/>
            <a:ext cx="5029200" cy="10058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83680" y="267919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2660904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916936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Roadmap themes/quarters + tags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566160"/>
            <a:ext cx="5029200" cy="10058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583680" y="3822192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803904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Retain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4059936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Expiry, dark accounts, Slack alerts / nudges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10972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End-to-End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94A3B8"/>
                </a:solidFill>
                <a:latin typeface="Calibri"/>
              </a:rPr>
              <a:t>One linear path we will demo live — from whisper to shipped.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2194560" cy="91440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Slack
message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090672" y="2468880"/>
            <a:ext cx="256032" cy="164592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29000" y="2103120"/>
            <a:ext cx="2194560" cy="91440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AI
signal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696712" y="2468880"/>
            <a:ext cx="256032" cy="164592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35040" y="2103120"/>
            <a:ext cx="2194560" cy="91440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Inbox
triage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302752" y="2468880"/>
            <a:ext cx="256032" cy="164592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41080" y="2103120"/>
            <a:ext cx="2194560" cy="91440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Match or
Create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57600"/>
            <a:ext cx="2194560" cy="91440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Consolidation
ARR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090672" y="4023360"/>
            <a:ext cx="256032" cy="164592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29000" y="3657600"/>
            <a:ext cx="2194560" cy="91440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Analytics
gap / prize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696712" y="4023360"/>
            <a:ext cx="256032" cy="164592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35040" y="3657600"/>
            <a:ext cx="2194560" cy="91440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Promote /
Roadmap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302752" y="4023360"/>
            <a:ext cx="256032" cy="164592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41080" y="3657600"/>
            <a:ext cx="2194560" cy="91440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Retain →
SHIPPED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108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10B981"/>
                </a:solidFill>
                <a:latin typeface="Calibri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029200"/>
            <a:ext cx="10698480" cy="10972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We’ll demo this live next.  Backup screen recording ready if wifi fails.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10972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What’s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94A3B8"/>
                </a:solidFill>
                <a:latin typeface="Calibri"/>
              </a:rPr>
              <a:t>Proof of execution — not a mock.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651760" cy="7315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Inbox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1828800"/>
            <a:ext cx="2651760" cy="7315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20116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Triage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2651760" cy="7315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0116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Requests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1828800"/>
            <a:ext cx="2651760" cy="7315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0116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Backlog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743200"/>
            <a:ext cx="2651760" cy="7315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260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Consolidation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2743200"/>
            <a:ext cx="2651760" cy="7315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29260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743200"/>
            <a:ext cx="2651760" cy="7315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9260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Analytics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2743200"/>
            <a:ext cx="2651760" cy="7315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29260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Retention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657600"/>
            <a:ext cx="2651760" cy="7315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8404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Orgs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20440" y="3657600"/>
            <a:ext cx="2651760" cy="7315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38404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Tags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3657600"/>
            <a:ext cx="2651760" cy="7315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38404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CS Owners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98280" y="3657600"/>
            <a:ext cx="2651760" cy="7315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98280" y="38404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Settings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937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94A3B8"/>
                </a:solidFill>
                <a:latin typeface="Calibri"/>
              </a:rPr>
              <a:t>Stack:  Next.js 15  ·  Postgres / Prisma  ·  Slack Events  ·  OpenAI classifier  ·  NextAuth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10972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Impact for the Business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303520" cy="16459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0B981"/>
                </a:solidFill>
                <a:latin typeface="Calibri"/>
              </a:rPr>
              <a:t>One source of truth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33172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Calibri"/>
              </a:rPr>
              <a:t>CS and Product share the same demand record — no more parallel spreadsheets.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5303520" cy="16459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0B981"/>
                </a:solidFill>
                <a:latin typeface="Calibri"/>
              </a:rPr>
              <a:t>Prize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33172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Calibri"/>
              </a:rPr>
              <a:t>Accounts × unique ARR. Prioritize what moves revenue, not what’s loudest.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83280"/>
            <a:ext cx="5303520" cy="16459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6576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0B981"/>
                </a:solidFill>
                <a:latin typeface="Calibri"/>
              </a:rPr>
              <a:t>Gap 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16052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Calibri"/>
              </a:rPr>
              <a:t>Multi-customer demand not yet on the roadmap — the prize sitting unplanned.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383280"/>
            <a:ext cx="5303520" cy="164592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36576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0B981"/>
                </a:solidFill>
                <a:latin typeface="Calibri"/>
              </a:rPr>
              <a:t>Retention radar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16052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Calibri"/>
              </a:rPr>
              <a:t>Contract expiry + usage decline + open critical asks in one view.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Ship the features that protect and grow ARR.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14630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0B981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Adopt Moonshot as the operating system for feature demand.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17520"/>
            <a:ext cx="3520440" cy="10058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29184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E2E8F0"/>
                </a:solidFill>
                <a:latin typeface="Calibri"/>
              </a:rPr>
              <a:t>Deepen Jira sync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3017520"/>
            <a:ext cx="3520440" cy="10058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329184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E2E8F0"/>
                </a:solidFill>
                <a:latin typeface="Calibri"/>
              </a:rPr>
              <a:t>Expand classifier coverage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017520"/>
            <a:ext cx="3520440" cy="100584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329184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E2E8F0"/>
                </a:solidFill>
                <a:latin typeface="Calibri"/>
              </a:rPr>
              <a:t>Operationalize retention alerts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94A3B8"/>
                </a:solidFill>
                <a:latin typeface="Calibri"/>
              </a:rPr>
              <a:t>Every customer whisper in Slack becomes a decision Product can defend with dollars.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94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Team CJP  —  Thank you  ·  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9436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Calibri"/>
              </a:rPr>
              <a:t>Chidananda  ·  Sahil  ·  Akhand  ·  Roy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10972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Backup: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Calibri"/>
              </a:rPr>
              <a:t>Q&amp;A only — not part of the timed pitch.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0B981"/>
                </a:solidFill>
                <a:latin typeface="Calibri"/>
              </a:rPr>
              <a:t>1. Slack Events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Calibri"/>
              </a:rPr>
              <a:t>Message lands in mapped channel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14884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0B981"/>
                </a:solidFill>
                <a:latin typeface="Calibri"/>
              </a:rPr>
              <a:t>2. Ingest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651760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Calibri"/>
              </a:rPr>
              <a:t>handleSlackMessage validates &amp; routes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828800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14884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0B981"/>
                </a:solidFill>
                <a:latin typeface="Calibri"/>
              </a:rPr>
              <a:t>3. Classifier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651760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Calibri"/>
              </a:rPr>
              <a:t>OpenAI / heuristic feature-request 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16052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0B981"/>
                </a:solidFill>
                <a:latin typeface="Calibri"/>
              </a:rPr>
              <a:t>4. Feature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663440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Calibri"/>
              </a:rPr>
              <a:t>PENDING in Inbox with AI title/tags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840480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416052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0B981"/>
                </a:solidFill>
                <a:latin typeface="Calibri"/>
              </a:rPr>
              <a:t>5. Triage APIs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4663440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Calibri"/>
              </a:rPr>
              <a:t>match · create · dismiss · similar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840480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416052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0B981"/>
                </a:solidFill>
                <a:latin typeface="Calibri"/>
              </a:rPr>
              <a:t>6. Canonical FR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663440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2E8F0"/>
                </a:solidFill>
                <a:latin typeface="Calibri"/>
              </a:rPr>
              <a:t>Backlog + roadmap + activity timeline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10972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Backup: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Calibri"/>
              </a:rPr>
              <a:t>Q&amp;A only — core entities that power the hub.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651760" cy="17373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0B981"/>
                </a:solidFill>
                <a:latin typeface="Calibri"/>
              </a:rPr>
              <a:t>CustomerOrg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Workspace · ARR · contract · activity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828800"/>
            <a:ext cx="2651760" cy="17373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0B981"/>
                </a:solidFill>
                <a:latin typeface="Calibri"/>
              </a:rPr>
              <a:t>FeatureSignal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74320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AI-detected Slack ask (PENDING/MATCHED)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828800"/>
            <a:ext cx="2651760" cy="17373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0B981"/>
                </a:solidFill>
                <a:latin typeface="Calibri"/>
              </a:rPr>
              <a:t>ProductRequest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74320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CS/CLM ask per workspace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828800"/>
            <a:ext cx="2651760" cy="17373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0B981"/>
                </a:solidFill>
                <a:latin typeface="Calibri"/>
              </a:rPr>
              <a:t>Consolidation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274320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Theme bucket · derived unique ARR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40480"/>
            <a:ext cx="2651760" cy="17373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06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0B981"/>
                </a:solidFill>
                <a:latin typeface="Calibri"/>
              </a:rPr>
              <a:t>FeatureRequest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548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Canonical PM backlog item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40" y="3840480"/>
            <a:ext cx="2651760" cy="17373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4206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0B981"/>
                </a:solidFill>
                <a:latin typeface="Calibri"/>
              </a:rPr>
              <a:t>RoadmapItem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7548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Theme / quarter grouping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840480"/>
            <a:ext cx="2651760" cy="17373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206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0B981"/>
                </a:solidFill>
                <a:latin typeface="Calibri"/>
              </a:rPr>
              <a:t>Suggestion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7548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Alternate intake with match 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3840480"/>
            <a:ext cx="2651760" cy="17373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60" y="4206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0B981"/>
                </a:solidFill>
                <a:latin typeface="Calibri"/>
              </a:rPr>
              <a:t>RetentionAlert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47548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Logged alerts &amp; nudges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